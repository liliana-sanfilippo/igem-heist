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06039" y="2314575"/>
            <a:ext cx="9674921" cy="8229600"/>
          </a:xfrm>
          <a:custGeom>
            <a:avLst/>
            <a:gdLst/>
            <a:ahLst/>
            <a:cxnLst/>
            <a:rect r="r" b="b" t="t" l="l"/>
            <a:pathLst>
              <a:path h="8229600" w="9674921">
                <a:moveTo>
                  <a:pt x="0" y="0"/>
                </a:moveTo>
                <a:lnTo>
                  <a:pt x="9674922" y="0"/>
                </a:lnTo>
                <a:lnTo>
                  <a:pt x="96749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828" t="-6170" r="-23152" b="-6170"/>
            </a:stretch>
          </a:blipFill>
          <a:ln w="95250" cap="sq">
            <a:solidFill>
              <a:srgbClr val="D5C6A2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766907">
            <a:off x="7677536" y="1707025"/>
            <a:ext cx="1941596" cy="599468"/>
          </a:xfrm>
          <a:custGeom>
            <a:avLst/>
            <a:gdLst/>
            <a:ahLst/>
            <a:cxnLst/>
            <a:rect r="r" b="b" t="t" l="l"/>
            <a:pathLst>
              <a:path h="599468" w="1941596">
                <a:moveTo>
                  <a:pt x="0" y="0"/>
                </a:moveTo>
                <a:lnTo>
                  <a:pt x="1941595" y="0"/>
                </a:lnTo>
                <a:lnTo>
                  <a:pt x="1941595" y="599467"/>
                </a:lnTo>
                <a:lnTo>
                  <a:pt x="0" y="599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66907">
            <a:off x="602092" y="10627169"/>
            <a:ext cx="1941596" cy="599468"/>
          </a:xfrm>
          <a:custGeom>
            <a:avLst/>
            <a:gdLst/>
            <a:ahLst/>
            <a:cxnLst/>
            <a:rect r="r" b="b" t="t" l="l"/>
            <a:pathLst>
              <a:path h="599468" w="1941596">
                <a:moveTo>
                  <a:pt x="0" y="0"/>
                </a:moveTo>
                <a:lnTo>
                  <a:pt x="1941595" y="0"/>
                </a:lnTo>
                <a:lnTo>
                  <a:pt x="1941595" y="599468"/>
                </a:lnTo>
                <a:lnTo>
                  <a:pt x="0" y="599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76124" y="464343"/>
            <a:ext cx="455013" cy="564357"/>
          </a:xfrm>
          <a:custGeom>
            <a:avLst/>
            <a:gdLst/>
            <a:ahLst/>
            <a:cxnLst/>
            <a:rect r="r" b="b" t="t" l="l"/>
            <a:pathLst>
              <a:path h="564357" w="455013">
                <a:moveTo>
                  <a:pt x="0" y="0"/>
                </a:moveTo>
                <a:lnTo>
                  <a:pt x="455013" y="0"/>
                </a:lnTo>
                <a:lnTo>
                  <a:pt x="455013" y="564357"/>
                </a:lnTo>
                <a:lnTo>
                  <a:pt x="0" y="564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2731137" y="862887"/>
            <a:ext cx="7865787" cy="4023212"/>
          </a:xfrm>
          <a:prstGeom prst="line">
            <a:avLst/>
          </a:prstGeom>
          <a:ln cap="flat" w="76200">
            <a:solidFill>
              <a:srgbClr val="9F15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-197099" y="1028700"/>
            <a:ext cx="2588075" cy="6482635"/>
          </a:xfrm>
          <a:prstGeom prst="line">
            <a:avLst/>
          </a:prstGeom>
          <a:ln cap="flat" w="76200">
            <a:solidFill>
              <a:srgbClr val="9F15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200590" y="12060848"/>
            <a:ext cx="455013" cy="564357"/>
          </a:xfrm>
          <a:custGeom>
            <a:avLst/>
            <a:gdLst/>
            <a:ahLst/>
            <a:cxnLst/>
            <a:rect r="r" b="b" t="t" l="l"/>
            <a:pathLst>
              <a:path h="564357" w="455013">
                <a:moveTo>
                  <a:pt x="0" y="0"/>
                </a:moveTo>
                <a:lnTo>
                  <a:pt x="455013" y="0"/>
                </a:lnTo>
                <a:lnTo>
                  <a:pt x="455013" y="564357"/>
                </a:lnTo>
                <a:lnTo>
                  <a:pt x="0" y="564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H="true" flipV="true">
            <a:off x="-1968472" y="9166225"/>
            <a:ext cx="9169062" cy="3099886"/>
          </a:xfrm>
          <a:prstGeom prst="line">
            <a:avLst/>
          </a:prstGeom>
          <a:ln cap="flat" w="76200">
            <a:solidFill>
              <a:srgbClr val="9F15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7315537" y="8358662"/>
            <a:ext cx="3586573" cy="4297297"/>
          </a:xfrm>
          <a:prstGeom prst="line">
            <a:avLst/>
          </a:prstGeom>
          <a:ln cap="flat" w="76200">
            <a:solidFill>
              <a:srgbClr val="9F151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06039" y="2314575"/>
            <a:ext cx="9674921" cy="8229600"/>
          </a:xfrm>
          <a:custGeom>
            <a:avLst/>
            <a:gdLst/>
            <a:ahLst/>
            <a:cxnLst/>
            <a:rect r="r" b="b" t="t" l="l"/>
            <a:pathLst>
              <a:path h="8229600" w="9674921">
                <a:moveTo>
                  <a:pt x="0" y="0"/>
                </a:moveTo>
                <a:lnTo>
                  <a:pt x="9674922" y="0"/>
                </a:lnTo>
                <a:lnTo>
                  <a:pt x="96749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828" t="-6170" r="-23152" b="-6170"/>
            </a:stretch>
          </a:blipFill>
          <a:ln w="95250" cap="sq">
            <a:solidFill>
              <a:srgbClr val="D5C6A2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766907">
            <a:off x="7677536" y="1707025"/>
            <a:ext cx="1941596" cy="599468"/>
          </a:xfrm>
          <a:custGeom>
            <a:avLst/>
            <a:gdLst/>
            <a:ahLst/>
            <a:cxnLst/>
            <a:rect r="r" b="b" t="t" l="l"/>
            <a:pathLst>
              <a:path h="599468" w="1941596">
                <a:moveTo>
                  <a:pt x="0" y="0"/>
                </a:moveTo>
                <a:lnTo>
                  <a:pt x="1941595" y="0"/>
                </a:lnTo>
                <a:lnTo>
                  <a:pt x="1941595" y="599467"/>
                </a:lnTo>
                <a:lnTo>
                  <a:pt x="0" y="599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66907">
            <a:off x="602092" y="10627169"/>
            <a:ext cx="1941596" cy="599468"/>
          </a:xfrm>
          <a:custGeom>
            <a:avLst/>
            <a:gdLst/>
            <a:ahLst/>
            <a:cxnLst/>
            <a:rect r="r" b="b" t="t" l="l"/>
            <a:pathLst>
              <a:path h="599468" w="1941596">
                <a:moveTo>
                  <a:pt x="0" y="0"/>
                </a:moveTo>
                <a:lnTo>
                  <a:pt x="1941595" y="0"/>
                </a:lnTo>
                <a:lnTo>
                  <a:pt x="1941595" y="599468"/>
                </a:lnTo>
                <a:lnTo>
                  <a:pt x="0" y="599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DAHJYzEJmBo</dc:identifier>
  <dcterms:modified xsi:type="dcterms:W3CDTF">2011-08-01T06:04:30Z</dcterms:modified>
  <cp:revision>1</cp:revision>
  <dc:title>Heist Instagram Template</dc:title>
</cp:coreProperties>
</file>